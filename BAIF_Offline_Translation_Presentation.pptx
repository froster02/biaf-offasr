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Arial"/>
              </a:defRPr>
            </a:pPr>
            <a:r>
              <a:t>TECH FOR GOOD  •  OFFLINE DEPLOYMENT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Empowering Rural Communities</a:t>
            </a:r>
            <a:br/>
            <a:r>
              <a:t>Through Offline Translation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rial"/>
              </a:defRPr>
            </a:pPr>
            <a:r>
              <a:t>A 100% Offline, Privacy-First Translation Portal (Text, Audio, Video, Dubbing &amp; Subtitling)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Built for BAIF Hackathon  |  Offline Inference Platform on Local CPU &amp; Apple Silicon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rial"/>
              </a:defRPr>
            </a:pPr>
            <a:r>
              <a:t>BAIF OFFLINE TRANSLATION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Challenge: The Last-Mile Language Barrier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The Social Context</a:t>
            </a:r>
          </a:p>
          <a:p>
            <a:pPr>
              <a:spcBef>
                <a:spcPts val="1400"/>
              </a:spcBef>
              <a:defRPr b="1" sz="1200">
                <a:solidFill>
                  <a:srgbClr val="F8FAFC"/>
                </a:solidFill>
              </a:defRPr>
            </a:pPr>
            <a:r>
              <a:t>•  Rural Knowledge Gaps: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Crucial educational, agricultural, and health advisory content is primarily created in English, leaving rural communities underserved.</a:t>
            </a:r>
          </a:p>
          <a:p>
            <a:pPr>
              <a:spcBef>
                <a:spcPts val="1400"/>
              </a:spcBef>
              <a:defRPr b="1" sz="1200">
                <a:solidFill>
                  <a:srgbClr val="F8FAFC"/>
                </a:solidFill>
              </a:defRPr>
            </a:pPr>
            <a:r>
              <a:t>•  Local Dialect Diversity: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Fieldworkers require localized knowledge translation into Hindi &amp; Marathi to deliver impactful advisory programs.</a:t>
            </a:r>
          </a:p>
          <a:p>
            <a:pPr>
              <a:spcBef>
                <a:spcPts val="1400"/>
              </a:spcBef>
              <a:defRPr b="1" sz="1200">
                <a:solidFill>
                  <a:srgbClr val="F8FAFC"/>
                </a:solidFill>
              </a:defRPr>
            </a:pPr>
            <a:r>
              <a:t>•  The Connectivity Paradox: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Existing commercial translation APIs (Google, Azure, OpenAI) require persistent high-speed internet. But target rural fields are deeply remote, air-gapped, or suffer from low/zero network connectivity.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Technical &amp; Operational Barriers</a:t>
            </a:r>
          </a:p>
          <a:p>
            <a:pPr>
              <a:spcBef>
                <a:spcPts val="1400"/>
              </a:spcBef>
              <a:defRPr b="1" sz="1200">
                <a:solidFill>
                  <a:srgbClr val="F8FAFC"/>
                </a:solidFill>
              </a:defRPr>
            </a:pPr>
            <a:r>
              <a:t>•  Astronomical Cloud API Costs: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Ongoing pay-per-character API calls are financially unsustainable for large-scale, long-term NGO deployments.</a:t>
            </a:r>
          </a:p>
          <a:p>
            <a:pPr>
              <a:spcBef>
                <a:spcPts val="1400"/>
              </a:spcBef>
              <a:defRPr b="1" sz="1200">
                <a:solidFill>
                  <a:srgbClr val="F8FAFC"/>
                </a:solidFill>
              </a:defRPr>
            </a:pPr>
            <a:r>
              <a:t>•  Strict Data Privacy: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Sensitive agricultural research, local records, and audio/video files must remain strictly local to safeguard privacy and prevent leaks.</a:t>
            </a:r>
          </a:p>
          <a:p>
            <a:pPr>
              <a:spcBef>
                <a:spcPts val="1400"/>
              </a:spcBef>
              <a:defRPr b="1" sz="1200">
                <a:solidFill>
                  <a:srgbClr val="F8FAFC"/>
                </a:solidFill>
              </a:defRPr>
            </a:pPr>
            <a:r>
              <a:t>•  Hardware Limitations: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Deploying high-quality AI models inside rural environments usually requires expensive, power-hungry servers with server-grade GPUs.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rial"/>
              </a:defRPr>
            </a:pPr>
            <a:r>
              <a:t>BAIF OFFLINE TRANSLATION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Solution: A Self-Contained Offline AI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1455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01. TEXT ENGINE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Tri-Language Support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translation among English, Hindi, and Marathi in a side-by-side local dashboard.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Local Audio Playback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Generates natural speech readouts immediately for offline listening.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Zero Internet Needed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 models run on local RAM with immediate response times.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645920"/>
            <a:ext cx="3328416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0832" y="1828800"/>
            <a:ext cx="31455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02. AUDIO ENGINE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Speech-to-Speech (S2S)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Upload local audio file, transcribes source speech, translates it, and synthesizes natural voice dubs.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Multi-Format Reader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Handles WAV, MP3, AAC, M4A, FLAC, OGG, and WMA natively.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Interactive Subtitles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Extracts time-synced segment lists to play or modify directly in the UI.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27264" y="1645920"/>
            <a:ext cx="3328416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18704" y="1828800"/>
            <a:ext cx="31455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03. VIDEO ENGINE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Dual Dubbing &amp; Subtitles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Combines speech-to-text, translation, and text-to-speech to dub videos locally.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FFmpeg Subtitle Burner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Natively overlays translated SRT text directly onto video frames for high-contrast subtitles.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 Voiceover Replacement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Suppresses the original audio track and overlays synthesized Marathi or Hindi translation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rial"/>
              </a:defRPr>
            </a:pPr>
            <a:r>
              <a:t>BAIF OFFLINE TRANSLATION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How it is Built: Under the Hood of BAIF Local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42416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Monorepo Tech Stack &amp; Core Services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 Frontend: Modern SPA using React + Vite. Styled with premium custom Vanilla CSS for absolute lightweight execution (backdrop filters, CSS variables, fluid responsive grid layout, and fluid typography). Eliminates Tailwind overhead to fit on low-resource machines.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Backend: Highly efficient FastAPI (Python) server serving static React UI assets and executing complex file handling, local workspace temp folders, and real-time streaming endpoints.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Media Pipeline: FFmpeg processes input files locally to extract audio tracks, burn SRT captions natively into video frames, and merge voice dubs with zero dependency on active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3328416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4D399"/>
                </a:solidFill>
              </a:defRPr>
            </a:pPr>
            <a:r>
              <a:t>SPEECH-TO-TEXT (STT)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Model: OpenAI Whisper Base</a:t>
            </a:r>
            <a:br/>
            <a:r>
              <a:t>• Local 30s chunk-length sliding window pipeline handles huge audio/video files</a:t>
            </a:r>
            <a:br/>
            <a:r>
              <a:t>• Auto-extracts exact subtitle timestamps.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4023360"/>
            <a:ext cx="3328416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411480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818CF8"/>
                </a:solidFill>
              </a:defRPr>
            </a:pPr>
            <a:r>
              <a:t>MACHINE TRANSLATION (MT)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Model: Meta NLLB-200 600M</a:t>
            </a:r>
            <a:br/>
            <a:r>
              <a:t>• Widescreen distilled seq2seq weights</a:t>
            </a:r>
            <a:br/>
            <a:r>
              <a:t>• High accuracy across English, Hindi, and Marathi via native token conversions.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27264" y="4023360"/>
            <a:ext cx="3328416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8704" y="411480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4D399"/>
                </a:solidFill>
              </a:defRPr>
            </a:pPr>
            <a:r>
              <a:t>TEXT-TO-SPEECH (TTS)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Model: Meta MMS VITS</a:t>
            </a:r>
            <a:br/>
            <a:r>
              <a:t>• Ultra-lightweight speech synthesis</a:t>
            </a:r>
            <a:br/>
            <a:r>
              <a:t>• Native support for specialized languages: facebook/mms-tts-hin &amp; 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rial"/>
              </a:defRPr>
            </a:pPr>
            <a:r>
              <a:t>BAIF OFFLINE TRANSLATION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Engineering Breakthroughs: Maximizing Local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2.42x Vectorized Batch Translation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The Problem: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Audio/video subtitling previously translated transcription segments sequentially in a python loop, running dozens of separate model forward passes and incurring huge latency.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The Optimization: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Developed a vectorized translate_batch API in ModelManager. The backend now compiles, groups, and tokenizes all subtitle segments with padding, running them as a single tensor batch through NLLB-200.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The Result: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Successfully reduced 15-sentence translation latency on local hardware from 26.87s down to 11.09s (a 2.42x+ speed improvement).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PyTorch MPS Concurrency &amp; Quality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Thread-Safe Hardware Locks: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Integrated a reentrant threading.RLock() lock. Multiple simultaneous API translation calls queue cleanly, eliminating PyTorch MPS 'Already borrowed' crashes on Apple Silicon.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Natural Language Decoding: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Added Beam Search decoding (num_beams=4) and strict rep-blockers (no_repeat_ngram_size=3) to eradicate standard greedy search loop repetitions.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•  Source Language Assignment: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Fixed NLLB translation loop glitches by explicitly configuring tokenizer.src_lang prior to forward model execution, resolving default-to-English token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rial"/>
              </a:defRPr>
            </a:pPr>
            <a:r>
              <a:t>BAIF OFFLINE TRANSLATION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Pitch: Competitive Advantages for BAIF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🔒 100% Offline &amp; Air-Gapped Capable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Zero internet dependencies. Operates seamlessly on local hardware inside remote villages, guaranteeing zero network latency, full data security, and air-gapped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💰 Zero Cost &amp; Zero Subscription Overhead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Employs strictly open-source, non-commercial models. Eliminates monthly subscription fees or token costs, allowing long-term sustainable NGO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02920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⚡ Single-Command Launcher &amp; Low Specs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Includes run.sh and start.bat bootstraps to auto-setup environments, verify system requirements, download weights, and launch the server in a single click on standard laptops.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023360"/>
            <a:ext cx="52120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🌱 Social Scalability &amp; NGO Adaptability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Highly modular architecture. Easy to drop in new Hugging Face models for other regional languages (Gujarati, Tamil, Telugu, etc.) with minimal codebase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